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Hot-air balloons viewed from below against a blue sky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ot-air balloons viewed from below against a blue sky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the top of a hot-air balloon viewed from above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Hot-air balloons viewed from below against a blue sky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ot-air balloons viewed from below against a blue sky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Data - O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- OT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ch Dependencies:…"/>
          <p:cNvSpPr txBox="1"/>
          <p:nvPr>
            <p:ph type="body" idx="1"/>
          </p:nvPr>
        </p:nvSpPr>
        <p:spPr>
          <a:xfrm>
            <a:off x="9174" y="4248504"/>
            <a:ext cx="21971001" cy="8256012"/>
          </a:xfrm>
          <a:prstGeom prst="rect">
            <a:avLst/>
          </a:prstGeom>
        </p:spPr>
        <p:txBody>
          <a:bodyPr/>
          <a:lstStyle/>
          <a:p>
            <a:pPr marL="469391" indent="-469391" defTabSz="1877520">
              <a:spcBef>
                <a:spcPts val="3400"/>
              </a:spcBef>
              <a:defRPr sz="3696"/>
            </a:pPr>
            <a:r>
              <a:t>Tech Dependencies:</a:t>
            </a:r>
          </a:p>
          <a:p>
            <a:pPr lvl="1" marL="938783" indent="-469391" defTabSz="1877520">
              <a:spcBef>
                <a:spcPts val="3400"/>
              </a:spcBef>
              <a:defRPr sz="3696"/>
            </a:pPr>
            <a:r>
              <a:t> SCADA/MES</a:t>
            </a:r>
          </a:p>
          <a:p>
            <a:pPr lvl="2" marL="1408175" indent="-469391" defTabSz="1877520">
              <a:spcBef>
                <a:spcPts val="3400"/>
              </a:spcBef>
              <a:defRPr sz="3696"/>
            </a:pPr>
            <a:r>
              <a:t>Validation</a:t>
            </a:r>
          </a:p>
          <a:p>
            <a:pPr lvl="2" marL="1408175" indent="-469391" defTabSz="1877520">
              <a:spcBef>
                <a:spcPts val="3400"/>
              </a:spcBef>
              <a:defRPr sz="3696"/>
            </a:pPr>
            <a:r>
              <a:t>Tracing</a:t>
            </a:r>
          </a:p>
          <a:p>
            <a:pPr lvl="2" marL="1408175" indent="-469391" defTabSz="1877520">
              <a:spcBef>
                <a:spcPts val="3400"/>
              </a:spcBef>
              <a:defRPr sz="3696"/>
            </a:pPr>
            <a:r>
              <a:t>Status</a:t>
            </a:r>
          </a:p>
          <a:p>
            <a:pPr lvl="1" marL="938783" indent="-469391" defTabSz="1877520">
              <a:spcBef>
                <a:spcPts val="3400"/>
              </a:spcBef>
              <a:defRPr sz="3696"/>
            </a:pPr>
            <a:r>
              <a:t>SPACE</a:t>
            </a:r>
          </a:p>
          <a:p>
            <a:pPr lvl="1" marL="938783" indent="-469391" defTabSz="1877520">
              <a:spcBef>
                <a:spcPts val="3400"/>
              </a:spcBef>
              <a:defRPr sz="3696"/>
            </a:pPr>
            <a:r>
              <a:t>MES</a:t>
            </a:r>
          </a:p>
          <a:p>
            <a:pPr lvl="1" marL="938783" indent="-469391" defTabSz="1877520">
              <a:spcBef>
                <a:spcPts val="3400"/>
              </a:spcBef>
              <a:defRPr sz="3696"/>
            </a:pPr>
            <a:r>
              <a:t>ERP</a:t>
            </a:r>
          </a:p>
          <a:p>
            <a:pPr lvl="1" marL="938783" indent="-469391" defTabSz="1877520">
              <a:spcBef>
                <a:spcPts val="3400"/>
              </a:spcBef>
              <a:defRPr sz="3696"/>
            </a:pPr>
            <a:r>
              <a:t>DMAS</a:t>
            </a:r>
          </a:p>
        </p:txBody>
      </p:sp>
      <p:pic>
        <p:nvPicPr>
          <p:cNvPr id="174" name="Screenshot 2026-09-24 at 3.59.30 PM.png" descr="Screenshot 2026-09-24 at 3.59.3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54825" y="1318970"/>
            <a:ext cx="19202056" cy="113988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img21-1960f1406b343c77937b06d35ec34365.png" descr="img21-1960f1406b343c77937b06d35ec3436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34020" y="289825"/>
            <a:ext cx="14770729" cy="127148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64aeae87dcff099be9ca28da_scada-diagram.jpg" descr="64aeae87dcff099be9ca28da_scada-diagram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99648" y="1123150"/>
            <a:ext cx="15767195" cy="107532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3" name="QT_IA_still_04_graded-1.jpeg" descr="QT_IA_still_04_graded-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106608" y="-210108"/>
            <a:ext cx="24361444" cy="13716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QT_IA_still_03_graded-2.jpeg" descr="QT_IA_still_03_graded-2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89815" y="843372"/>
            <a:ext cx="21404370" cy="120292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